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Lender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Loan Approval Prediction using Machine Learning + Flask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Lender is a web-based ML application that predicts loan approval based on user financial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automate loan approval prediction using machine learning to reduce manual decision 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Flask</a:t>
            </a:r>
          </a:p>
          <a:p>
            <a:r>
              <a:t>Machine Learning (Scikit-learn)</a:t>
            </a:r>
          </a:p>
          <a:p>
            <a:r>
              <a:t>HTML</a:t>
            </a:r>
          </a:p>
          <a:p>
            <a:r>
              <a:t>CSS</a:t>
            </a:r>
          </a:p>
          <a:p>
            <a:r>
              <a:t>Pickle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Loan prediction</a:t>
            </a:r>
          </a:p>
          <a:p>
            <a:r>
              <a:t>- User-friendly UI</a:t>
            </a:r>
          </a:p>
          <a:p>
            <a:r>
              <a:t>- Real-time result</a:t>
            </a:r>
          </a:p>
          <a:p>
            <a:r>
              <a:t>- Fast processing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Input → Flask Backend → ML Model → Prediction → Output Display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Trained using historical loan dataset</a:t>
            </a:r>
          </a:p>
          <a:p>
            <a:r>
              <a:t>Saved using Pickle</a:t>
            </a:r>
          </a:p>
          <a:p>
            <a:r>
              <a:t>Used for binary classification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 Lender helps in quick and automated loan approval prediction with high efficiency.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